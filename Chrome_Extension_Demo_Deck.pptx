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943600" y="-457200"/>
            <a:ext cx="4114800" cy="3200400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6858000" y="-914400"/>
            <a:ext cx="3200400" cy="2743200"/>
          </a:xfrm>
          <a:prstGeom prst="rect">
            <a:avLst/>
          </a:prstGeom>
          <a:solidFill>
            <a:srgbClr val="1E355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Chrome Extension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331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B2B Sales Research Agent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291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prospect research for LaTerra Builders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Pittsburgh Commercial Property Maintenance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800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LaTerra Builders needs outbound lead generation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74904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556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19659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construction maintenance &amp; renovation in Pittsburgh, PA. HVAC, plumbing, electrical, general repairs on existing buildings.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374904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64592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7556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577840" y="19659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word-of-mouth referrals. No CRM, no outbound system. Pipeline dies when referrals slow down.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" y="3108960"/>
            <a:ext cx="374904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44728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463040" y="36576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repeatable outbound pipeline targeting property managers and building owners with 5+ commercial properties.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108960"/>
            <a:ext cx="374904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37760" y="33375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44728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577840" y="36576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Chrome Extension as an AI research agent to find, verify, and compile real prospect data from the web.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Chrome Extension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autonomous research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713232"/>
          </a:xfrm>
          <a:prstGeom prst="rect">
            <a:avLst/>
          </a:prstGeom>
          <a:solidFill>
            <a:srgbClr val="1A294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63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0" y="148132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59105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Search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011680" y="17373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4+ Google searches with different keywords to cast a wide net across Pittsburgh commercial 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7863840" cy="713232"/>
          </a:xfrm>
          <a:prstGeom prst="rect">
            <a:avLst/>
          </a:prstGeom>
          <a:solidFill>
            <a:srgbClr val="1A294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371600" y="235000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245973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0" y="2313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Verification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011680" y="26060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each company’s actual website. Confirms they’re real, local, and manage commercial properties.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108960"/>
            <a:ext cx="7863840" cy="713232"/>
          </a:xfrm>
          <a:prstGeom prst="rect">
            <a:avLst/>
          </a:prstGeom>
          <a:solidFill>
            <a:srgbClr val="1A294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22960" y="3200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1371600" y="321868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332841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011680" y="3182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Data Extraction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2011680" y="34747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company details, property names, team members, and scale from About/Team/Portfolio pages.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3977640"/>
            <a:ext cx="7863840" cy="713232"/>
          </a:xfrm>
          <a:prstGeom prst="rect">
            <a:avLst/>
          </a:prstGeom>
          <a:solidFill>
            <a:srgbClr val="1A294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22960" y="4069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1371600" y="408736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4197096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011680" y="4050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2011680" y="43434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12+ verified prospects into a clean spreadsheet with one row per company. Ready to use.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4008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research is autonomous — one prompt, zero manual steps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Prompt: Chrome Extension Input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prompt is pasted into the Claude Chrome Extension to trigger autonomous research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9476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0700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20700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20700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17320"/>
            <a:ext cx="7863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elite B2B sales researcher. Your job is to build a qualified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prospect list for a commercial property maintenance company. You are precise,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thorough, and fast. Every company you add to this list must be real, verified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visiting their actual website, and relevant.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client is LaTerra Builders, a commercial construction maintenance and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renovation company in Pittsburgh, PA. They service commercial buildings —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office, industrial, warehouse, retail, mixed-use. Their ideal customer is a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 management company or building owner who manages multiple commercial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properties and needs a reliable maintenance and renovation contractor on call.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Here is your task: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Search Google for commercial property management companies operating in the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Pittsburgh metro area. Use multiple searches with different keywords to cast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 wide net.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Visit each real company’s website. Confirm they are actually a property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management company or commercial building owner in the Pittsburgh area.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Skip directories, listicles, and national firms with no real presence.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Prompt: Chrome Extension Input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— data extraction requirements and output format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8346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0700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20700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20700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173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For each qualified company, find: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Company name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Website URL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What they manage (office, industrial, retail, mixed-use, etc.)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Scale (number of properties, square footage, or number of buildings)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One specific property or project they manage by name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A contact name and title from their leadership or property mgmt team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Find at least 12 qualified companies. Quality over quantity — every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entry must be verified by visiting their site.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Compile everything into a clean, organized spreadsheet with one row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per company.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fabricate any information. If you can’t find a detail, leave it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blank rather than guessing. Every company name and property name must be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and verified from their website.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 now. Work through each search and each website methodically.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8229600" cy="8229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4+ queries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 companies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per company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Spreadsheet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Chrome Extension produces a verified prospect spreadsheet like this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13716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Property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Oxford Development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Office, Mixed-Use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13M+ sq ft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Oxford Centre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of Facilities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Walnut Capital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Mixed-Use, Retail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1.2M+ sq ft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Bakery Square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of Operations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Real Estate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Office, Retail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100+ buildings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 Grant 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Manager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 Burns Scalo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Office, 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Millions sq ft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 portfolios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 Director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Commonwealth CRE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Office, Industrial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properties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Carnegie portfolio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FF7E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2918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32186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is verified by visiting the actual company website. No fabricated data.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Do Next With This Data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70832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43251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personalized cold emails referencing their specific properties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626864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45811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targeted LinkedIn connection requests to named contacts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882896"/>
            <a:ext cx="164592" cy="16459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48371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3-email follow-up drip sequence on non-responders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5943600" y="2743200"/>
            <a:ext cx="4114800" cy="3657600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Prompt.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 Verified Prospects.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Manual Research.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22860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749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Chrome Extension turns your browser into an AI-powered sales research team.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94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LaTerra Builders  |  Pittsburgh, PA  |  laterrabuilders.com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Chrome Extension Demo - B2B Sales Research</dc:title>
  <dc:subject>PptxGenJS Presentation</dc:subject>
  <dc:creator>LaTerra Builders</dc:creator>
  <cp:lastModifiedBy>LaTerra Builders</cp:lastModifiedBy>
  <cp:revision>1</cp:revision>
  <dcterms:created xsi:type="dcterms:W3CDTF">2026-04-02T04:19:09Z</dcterms:created>
  <dcterms:modified xsi:type="dcterms:W3CDTF">2026-04-02T04:19:09Z</dcterms:modified>
</cp:coreProperties>
</file>